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jpeg"/><Relationship Id="rId3" Type="http://schemas.openxmlformats.org/officeDocument/2006/relationships/hyperlink" Target="https://www.youtube.com/watch?v=GtwI6-8NaIo" TargetMode="Externa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jpeg"/><Relationship Id="rId3" Type="http://schemas.openxmlformats.org/officeDocument/2006/relationships/hyperlink" Target="https://github.com/EdenKantor/RoadSense-AI-Hazard-Detection/tree/main/Docs" TargetMode="Externa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Watch the demo">
            <a:hlinkClick r:id="rId3"/>
          </p:cNvPr>
          <p:cNvSpPr/>
          <p:nvPr/>
        </p:nvSpPr>
        <p:spPr>
          <a:xfrm>
            <a:off x="762000" y="2749372"/>
            <a:ext cx="2921203" cy="962863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de and Docs">
            <a:hlinkClick r:id="rId3"/>
          </p:cNvPr>
          <p:cNvSpPr/>
          <p:nvPr/>
        </p:nvSpPr>
        <p:spPr>
          <a:xfrm>
            <a:off x="9343949" y="5969203"/>
            <a:ext cx="2086051" cy="7111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oadSenseAI">
  <a:themeElements>
    <a:clrScheme name="RoadSenseAI">
      <a:dk1>
        <a:srgbClr val="201E1D"/>
      </a:dk1>
      <a:lt1>
        <a:srgbClr val="EFF2F7"/>
      </a:lt1>
      <a:dk2>
        <a:srgbClr val="1D4D6F"/>
      </a:dk2>
      <a:lt2>
        <a:srgbClr val="E3E8F0"/>
      </a:lt2>
      <a:accent1>
        <a:srgbClr val="ED5F17"/>
      </a:accent1>
      <a:accent2>
        <a:srgbClr val="1D4D6F"/>
      </a:accent2>
      <a:accent3>
        <a:srgbClr val="A63A05"/>
      </a:accent3>
      <a:accent4>
        <a:srgbClr val="FDEEE4"/>
      </a:accent4>
      <a:accent5>
        <a:srgbClr val="201E1D"/>
      </a:accent5>
      <a:accent6>
        <a:srgbClr val="DCE5EF"/>
      </a:accent6>
      <a:hlink>
        <a:srgbClr val="A63A05"/>
      </a:hlink>
      <a:folHlink>
        <a:srgbClr val="ED5F17"/>
      </a:folHlink>
    </a:clrScheme>
    <a:fontScheme name="RoadSenseAI">
      <a:majorFont>
        <a:latin typeface="Archivo"/>
        <a:ea typeface=""/>
        <a:cs typeface=""/>
      </a:majorFont>
      <a:minorFont>
        <a:latin typeface="Archivo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RoadSenseAI deck export</Application>
  <Slides>11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RoadSenseAI — Capstone Project Phase B</dc:title>
  <dc:creator>Eden Kantor, Noa Sivan</dc:creator>
  <dcterms:created xsi:type="dcterms:W3CDTF">2026-09-06T18:20:36Z</dcterms:created>
  <dcterms:modified xsi:type="dcterms:W3CDTF">2026-09-06T18:20:36Z</dcterms:modified>
</cp:coreProperties>
</file>